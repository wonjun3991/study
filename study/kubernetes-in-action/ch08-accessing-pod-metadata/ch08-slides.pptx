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챕터의 핵심 질문 두 가지로 시작:
1. Pod 안의 앱이 "내가 어느 Pod이지?"를 어떻게 아는가?
2. "클러스터에 뭐가 있지?"는 어떻게 조회하는가?
답: Downward API + Kubernetes API 직접 접근.
이 두 가지는 완전히 다른 메커니즘이고, 각각 사용 시점도 다름.
청중에게 "본인이 만든 앱이 Pod 이름을 알아야 했던 적 있나요?" 라고 물으며 시작.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챕터에서 다룰 두 가지 주제를 한 슬라이드에 명확히 분리.
- 자기 정보 = Downward API (kubelet이 주입)
- 남의 정보 = API Server 호출 (네트워크 + 인증)
이 둘을 헷갈리는 사람이 많은데, "외부 통신 여부"가 결정적 차이라고 강조.
30초 안에 이 표만 머리에 남으면 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주제 진입.
"앱이 자기 Pod 이름을 어떻게 알까?"라는 단순한 질문에서 출발.
이걸 해결하는 게 Downward API.
"왜 필요한가" → "어떻게 쓰는가" → "함정" 순으로 진행.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구체적인 시나리오 3개로 필요성을 어필:
1. 로깅에 Pod 이름 찍기 (가장 흔한 케이스)
2. JVM 같은 곳에서 메모리 limit 인식 (Heap 자동 설정)
3. 분산 앱의 자기 IP 인식
핵심: "k8s API 호출은 무거워. 자기 정보 정도는 가볍게 받자"는 동기.
앱이 k8s에 결합되지 않는다는 점도 중요 — 환경변수로만 받으면
나중에 다른 환경에서도 같은 코드로 동작.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가지 방식을 표로 정리.
환경변수 → 간단, 1회성. 컨테이너 재시작해야 갱신.
볼륨 → 파일 형태. 일부 필드는 런타임에 자동 갱신. 더 풍부한 표현.
"언제 뭘 쓰지?"에 대한 답:
- 단순 식별자 (Pod name): env로 충분
- 라벨/어노테이션 전체, 자주 바뀌는 정보: volume
다음 슬라이드에서 구체적 차이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문서를 직접 보면서 헷갈렸던 포인트:
- "labels는 env 불가" 라고 책에서는 적혀있지만,
  사실 **전체** labels만 env 불가, 단일 키는 env 가능.
- env 전용 필드들이 의외로 많음 (nodeName, podIP 등)
- volume 전용은 단 두 개: 전체 labels, 전체 annotations
이 슬라이드는 외울 필요 없음. "필요할 때 찾을 수 있다"는 인지만.
"왜 전체 labels는 env 불가?" → multi-line 값이라 env에 못 넣음.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JVM 앱에서 "내 메모리 limit은?"을 알면 Heap 사이즈를 자동 설정 가능.
divisor가 핵심:
- 1m → 밀리코어 단위로 변환
- 1Mi → MiB 단위
- 생략 시 raw 값 (반올림 동작 주의)
면접 질문 단골: "limits.cpu = 100m을 divisor 없이 받으면?" → "0.1"
실제로는 정수만 받고 싶어서 divisor 1m 권장.
hugepages-*는 DPDK나 JVM Large Pages 쓰는 경우. 일반적으로 불필요.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흔한 패턴 3개를 한 번에 보여줌:
- POD_NAME: 로깅용
- POD_IP: 자기 IP 인식 (분산 시스템)
- NODE_NAME: 어느 노드에 떠있나 (디버깅)
valueFrom + fieldRef + fieldPath의 3-tier 구조.
이 패턴은 외워두면 좋음.
실제 데모에서는 `kubectl exec`로 들어가서 env 확인하는 게 임팩트.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볼륨의 핵심 use case는 "전체 labels/annotations 노출".
env로는 못 하는 일.
파일 포맷:
labels 파일 안에는
  app="kubia"
  env="prod"
한 줄에 하나씩, key="value" 형식으로 자동 포맷됨.
앱은 이 파일을 watch하면 라벨 변경을 감지 가능 (다음 슬라이드).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ch08의 가장 실용적인 인사이트.
**볼륨은 살아있는 파일이다** — k8s가 백그라운드에서 갱신해줌.
실습에서 검증한 내용:
- kubectl label 후 약 5초 안에 파일 변경 확인
- env는 영원히 그대로
v1.35 stable의 in-place resize:
- 컨테이너 재시작 없이 CPU/메모리 변경 가능
- 이때 volume의 resourceFieldRef 파일은 자동 갱신
- env는 stale 상태 유지 → **JVM 앱이 limits 보고 Heap 설정한다면 volume으로 받아야**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문서에서만 명확히 설명된 함정:
"limits 없으면 0이겠지?" → 아님. node allocatable 최대값.
JVM에서:
- `-XX:MaxRAMPercentage=75` 사용
- limits 없는 Pod에서 동작하면
- node가 32GB일 때 Heap = 24GB로 잡혀버림
- 다른 Pod 메모리까지 침범 → OOMKilled 연쇄
해결: 항상 limits를 명시하거나, divisor 가드 코드 추가.
이건 책에 없는 내용 — 공식 문서를 직접 본 사람만 아는 함정.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주제로 전환.
"Downward API는 자기 자신만." → "다른 Pod 목록 조회하려면?"
이때부터는 API Server와 통신해야 하고,
인증/인가 문제가 등장.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 명확히 짚기:
Downward API는 "셀프 서비스" — 자기 정보만.
다른 정보는 "API 호출"이 필요.
대표 use case:
- Cassandra/Kafka 같은 분산 DB의 peer discovery
- 운영 자동화 도구 (cluster autoscaler 등)
- Operator 패턴
이 부분은 쓸 일이 적지만, 한 번 쓰면 반드시 알아야 할 인증 흐름.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"어디로 호출하지?" → 정해진 DNS가 있다.
이건 K8s가 부트스트랩할 때 자동으로 만드는 Service.
Pod 안에서:
$ curl https://kubernetes.default.svc/api/v1
→ 401 Unauthorized (인증 없이는 거부)
다음 슬라이드에서 인증.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"3종 세트"가 핵심:
- token: 너 누구야? (인증)
- ca.crt: 진짜 apiserver 맞아? (TLS 검증)
- namespace: 어느 네임스페이스에 속해? (편의)
이 마운트는 ServiceAccount admission controller가 자동으로 해줌.
명시적으로 끄려면: spec.automountServiceAccountToken: false
요즘 (k8s 1.21+) Projected Token 방식: 시간 제한 + 감사 가능.
책 시점의 영구 토큰과 다름.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호출 패턴 한 번에 다 보여주기. 실습할 때 그대로 쓸 수 있음.
- --cacert: TLS 검증
- Bearer 헤더: 인증
- /api/v1/namespaces/$NS/pods: 네임스페이스 내 Pod 목록
"인증은 됐는데 forbidden? 왜?" → RBAC 등장.
이게 책 시점과 가장 큰 차이.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RBAC = Role-Based Access Control.
구성: Role(권한 정의) + RoleBinding(누구에게 부여)
핵심:
- apiGroups: [""] → core API group
- resources: ["pods"] → Pod만 허용
- verbs: ["get","list"] → 읽기만
실습에서 검증:
- pods Role만 부여 → pods는 OK, services는 여전히 forbidden
- 즉 권한이 정확히 그 자원에만 적용됨 (과허용 없음)
ClusterRole/ClusterRoleBinding은 클러스터 전역. Role/RoleBinding은 네임스페이스 한정.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실습에서 직접 확인한 5단계.
가장 중요한 학습 포인트는 마지막:
"Role에 pods만 줬으면, services 호출은 여전히 막힌다"
이건 보안의 기본 원칙 (Least Privilege).
이게 왜 중요? 운영 자동화 도구에 Role 부여할 때
"일단 다 풀어주자"는 유혹이 큰데, 정확히 필요한 것만 줘야 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실용적인 패턴 소개.
앞에서 본 토큰 읽기, CA cert, Bearer 헤더 — 앱 코드에 다 넣기 귀찮음.
"사이드카가 대신 해준다"는 발상.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위반의 예.
6줄짜리 인증 보일러플레이트가 앱 코드에 들어가야 함.
Java/Go/Python/Node.js 다 비슷한 코드.
"이거 한 번만 하면 안 될까?" → Ambassador.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사이드카 패턴의 정수.
앱은 plain HTTP만 알면 됨. localhost로 호출.
proxy 컨테이너가 인증을 다 해줌.
이미 잘 알려진 도구(kubectl)를 사이드카로 쓰는 게 핵심.
새로 만들 필요 없이 기성품 활용.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실습에서 발견한 이미지 교체:
- 책의 luksa/kubectl-proxy:1.6.2는 2018년 k8s 1.8 기반.
  최신 클러스터(1.30+)에서 호환성 이슈 가능.
- bitnami/kubectl:latest로 교체. 항상 최신 kubectl 포함.
- command를 명시적으로 지정 (entrypoint 의존하지 않게)
curl 이미지도 tutum/curl이 deprecated.
curlimages/curl:latest 권장.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실전에서는 raw curl 안 씀. 라이브러리 사용.
InClusterConfig가 핵심:
- SA 토큰 자동 발견
- CA cert 자동 로드
- API server 주소 자동 설정
- 한 줄로 끝남:
    config := rest.InClusterConfig()
    clientset := kubernetes.NewForConfig(config)
Informer 패턴은 다음 단계 — 이벤트 기반 처리.
Operator 만들 때 필수.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책이 2018년이라 일부 내용은 outdated.
실습하면서 발견한 차이를 정리.
이 부분이 면접에서도 자주 묻는 포인트.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표는 면접용 + 실무용 양쪽 다 유용.
특히 강조할 포인트:
1. Projected Token: 보안 강화. 만료 + audit 가능.
2. RBAC 기본 활성: 책은 "RBAC 켜져 있으면 권한 부여" 톤이지만, 지금은 "RBAC 안 켜져 있으면 이상한 클러스터".
3. In-place resize: 큰 변화. JVM 앱에서 리소스 의존 정보는 volume으로 받자.
이 슬라이드는 "내가 책만 보고 있는 게 아니다"를 보여주는 가치도 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실습하면서 부딪힌 4가지 이슈.
청중에게 "책 그대로 따라하면 안 된다, 환경에 맞춰야 한다"는 메시지.
memory 4Mi 이슈가 가장 흥미로움:
- 책 그대로 적용 → 즉시 실패
- 원인: Docker runc의 cgroup 제약
- 해결: 8Mi로 올림 (큰 차이 없음)
이런 디테일이 실습의 가치. 책만 읽으면 모름.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슬라이드.
6개 핵심을 다시 각인.
Q&amp;A 시간 유도:
"가장 의외였던 게 뭐였나요?"
대부분 "labels 단일 키는 env 가능" 이거 모름.
또는 "limits 없을 때 node allocatable로 채워짐"도 의외.
다음 챕터(ch09 Deployments) 연결:
"Pod 메타데이터를 다뤘으니, 이제 Pod을 어떻게 굴리는가 —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 4개를 미리 보여주고 답변 준비.
1. 전체 labels는 env 불가. 단일 키만 가능. 전체는 volume.
2. node allocatable 최대값. 32GB 노드면 32GB 들어옴. 함정.
3. volume 자동 갱신, env는 재시작까지 stale.
4. Ambassador = 언어 무관, 가벼움. 라이브러리 = 타입 안전, Informer 등 풍부.
답변할 때 단답형 → 구체적 예시 → trade-off 순으로.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subject>PptxGenJS Presentation</dc:subject>
  <dc:creator>Created by Marp</dc:creator>
  <cp:lastModifiedBy>Created by Marp</cp:lastModifiedBy>
  <cp:revision>1</cp:revision>
  <dcterms:created xsi:type="dcterms:W3CDTF">2026-05-16T05:36:24Z</dcterms:created>
  <dcterms:modified xsi:type="dcterms:W3CDTF">2026-05-16T05:36:24Z</dcterms:modified>
</cp:coreProperties>
</file>